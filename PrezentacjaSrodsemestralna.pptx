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60"/>
  </p:normalViewPr>
  <p:slideViewPr>
    <p:cSldViewPr snapToGrid="0">
      <p:cViewPr varScale="1">
        <p:scale>
          <a:sx n="96" d="100"/>
          <a:sy n="96" d="100"/>
        </p:scale>
        <p:origin x="1003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0E1773-ABBC-4EDE-936E-E82051F32D21}" type="datetimeFigureOut">
              <a:rPr lang="de-DE" smtClean="0"/>
              <a:t>28.04.2026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868A6-CA0F-45C3-BBC3-A9F6541B997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489906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0E1773-ABBC-4EDE-936E-E82051F32D21}" type="datetimeFigureOut">
              <a:rPr lang="de-DE" smtClean="0"/>
              <a:t>28.04.2026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868A6-CA0F-45C3-BBC3-A9F6541B997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735304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0E1773-ABBC-4EDE-936E-E82051F32D21}" type="datetimeFigureOut">
              <a:rPr lang="de-DE" smtClean="0"/>
              <a:t>28.04.2026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868A6-CA0F-45C3-BBC3-A9F6541B997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228095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0E1773-ABBC-4EDE-936E-E82051F32D21}" type="datetimeFigureOut">
              <a:rPr lang="de-DE" smtClean="0"/>
              <a:t>28.04.2026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868A6-CA0F-45C3-BBC3-A9F6541B997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791817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0E1773-ABBC-4EDE-936E-E82051F32D21}" type="datetimeFigureOut">
              <a:rPr lang="de-DE" smtClean="0"/>
              <a:t>28.04.2026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868A6-CA0F-45C3-BBC3-A9F6541B997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016343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0E1773-ABBC-4EDE-936E-E82051F32D21}" type="datetimeFigureOut">
              <a:rPr lang="de-DE" smtClean="0"/>
              <a:t>28.04.2026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868A6-CA0F-45C3-BBC3-A9F6541B997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111776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0E1773-ABBC-4EDE-936E-E82051F32D21}" type="datetimeFigureOut">
              <a:rPr lang="de-DE" smtClean="0"/>
              <a:t>28.04.2026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868A6-CA0F-45C3-BBC3-A9F6541B997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521986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0E1773-ABBC-4EDE-936E-E82051F32D21}" type="datetimeFigureOut">
              <a:rPr lang="de-DE" smtClean="0"/>
              <a:t>28.04.2026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868A6-CA0F-45C3-BBC3-A9F6541B997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231434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0E1773-ABBC-4EDE-936E-E82051F32D21}" type="datetimeFigureOut">
              <a:rPr lang="de-DE" smtClean="0"/>
              <a:t>28.04.2026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868A6-CA0F-45C3-BBC3-A9F6541B997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821117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0E1773-ABBC-4EDE-936E-E82051F32D21}" type="datetimeFigureOut">
              <a:rPr lang="de-DE" smtClean="0"/>
              <a:t>28.04.2026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868A6-CA0F-45C3-BBC3-A9F6541B997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353317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0E1773-ABBC-4EDE-936E-E82051F32D21}" type="datetimeFigureOut">
              <a:rPr lang="de-DE" smtClean="0"/>
              <a:t>28.04.2026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868A6-CA0F-45C3-BBC3-A9F6541B997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341934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3A0E1773-ABBC-4EDE-936E-E82051F32D21}" type="datetimeFigureOut">
              <a:rPr lang="de-DE" smtClean="0"/>
              <a:t>28.04.2026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2E2868A6-CA0F-45C3-BBC3-A9F6541B997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1427787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549344-2D87-1EF8-B7F0-2A3D853905E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l-PL" dirty="0"/>
              <a:t>Prezentacja </a:t>
            </a:r>
            <a:r>
              <a:rPr lang="pl-PL" dirty="0" err="1"/>
              <a:t>srodemestralna</a:t>
            </a:r>
            <a:endParaRPr lang="de-D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BCC2B8-CE0F-ADF1-65AD-B11C3B7E550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8207940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22C8DAA-9038-2DA5-5EA5-CF51ECFFE6C6}"/>
              </a:ext>
            </a:extLst>
          </p:cNvPr>
          <p:cNvSpPr txBox="1"/>
          <p:nvPr/>
        </p:nvSpPr>
        <p:spPr>
          <a:xfrm>
            <a:off x="0" y="58846"/>
            <a:ext cx="6899082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/>
              <a:t>Plan i </a:t>
            </a:r>
            <a:r>
              <a:rPr lang="de-DE" dirty="0" err="1"/>
              <a:t>harmonogram</a:t>
            </a:r>
            <a:r>
              <a:rPr lang="de-DE" dirty="0"/>
              <a:t> </a:t>
            </a:r>
            <a:r>
              <a:rPr lang="de-DE" dirty="0" err="1"/>
              <a:t>prac</a:t>
            </a:r>
            <a:endParaRPr lang="de-DE" dirty="0"/>
          </a:p>
          <a:p>
            <a:r>
              <a:rPr lang="de-DE" dirty="0" err="1"/>
              <a:t>Etap</a:t>
            </a:r>
            <a:r>
              <a:rPr lang="de-DE" dirty="0"/>
              <a:t> 1 – Analiza i </a:t>
            </a:r>
            <a:r>
              <a:rPr lang="de-DE" dirty="0" err="1"/>
              <a:t>projekt</a:t>
            </a:r>
            <a:r>
              <a:rPr lang="de-DE" dirty="0"/>
              <a:t> (24.03)</a:t>
            </a:r>
          </a:p>
          <a:p>
            <a:r>
              <a:rPr lang="de-DE" dirty="0">
                <a:solidFill>
                  <a:srgbClr val="00B050"/>
                </a:solidFill>
              </a:rPr>
              <a:t>* </a:t>
            </a:r>
            <a:r>
              <a:rPr lang="de-DE" dirty="0" err="1">
                <a:solidFill>
                  <a:srgbClr val="00B050"/>
                </a:solidFill>
              </a:rPr>
              <a:t>doprecyzowanie</a:t>
            </a:r>
            <a:r>
              <a:rPr lang="de-DE" dirty="0">
                <a:solidFill>
                  <a:srgbClr val="00B050"/>
                </a:solidFill>
              </a:rPr>
              <a:t> </a:t>
            </a:r>
            <a:r>
              <a:rPr lang="de-DE" dirty="0" err="1">
                <a:solidFill>
                  <a:srgbClr val="00B050"/>
                </a:solidFill>
              </a:rPr>
              <a:t>wymagań</a:t>
            </a:r>
            <a:endParaRPr lang="de-DE" dirty="0">
              <a:solidFill>
                <a:srgbClr val="00B050"/>
              </a:solidFill>
            </a:endParaRPr>
          </a:p>
          <a:p>
            <a:r>
              <a:rPr lang="de-DE" dirty="0">
                <a:solidFill>
                  <a:srgbClr val="00B050"/>
                </a:solidFill>
              </a:rPr>
              <a:t>* </a:t>
            </a:r>
            <a:r>
              <a:rPr lang="de-DE" dirty="0" err="1">
                <a:solidFill>
                  <a:srgbClr val="00B050"/>
                </a:solidFill>
              </a:rPr>
              <a:t>nauka</a:t>
            </a:r>
            <a:r>
              <a:rPr lang="de-DE" dirty="0">
                <a:solidFill>
                  <a:srgbClr val="00B050"/>
                </a:solidFill>
              </a:rPr>
              <a:t> </a:t>
            </a:r>
            <a:r>
              <a:rPr lang="de-DE" dirty="0" err="1">
                <a:solidFill>
                  <a:srgbClr val="00B050"/>
                </a:solidFill>
              </a:rPr>
              <a:t>podstaw</a:t>
            </a:r>
            <a:r>
              <a:rPr lang="de-DE" dirty="0">
                <a:solidFill>
                  <a:srgbClr val="00B050"/>
                </a:solidFill>
              </a:rPr>
              <a:t> </a:t>
            </a:r>
            <a:r>
              <a:rPr lang="de-DE" dirty="0" err="1">
                <a:solidFill>
                  <a:srgbClr val="00B050"/>
                </a:solidFill>
              </a:rPr>
              <a:t>technologii</a:t>
            </a:r>
            <a:endParaRPr lang="de-DE" dirty="0">
              <a:solidFill>
                <a:srgbClr val="00B050"/>
              </a:solidFill>
            </a:endParaRPr>
          </a:p>
          <a:p>
            <a:r>
              <a:rPr lang="de-DE" dirty="0" err="1"/>
              <a:t>Etap</a:t>
            </a:r>
            <a:r>
              <a:rPr lang="de-DE" dirty="0"/>
              <a:t> 2 – </a:t>
            </a:r>
            <a:r>
              <a:rPr lang="de-DE" dirty="0" err="1"/>
              <a:t>Implementacja</a:t>
            </a:r>
            <a:r>
              <a:rPr lang="de-DE" dirty="0"/>
              <a:t> </a:t>
            </a:r>
            <a:r>
              <a:rPr lang="de-DE" dirty="0" err="1"/>
              <a:t>podstaw</a:t>
            </a:r>
            <a:r>
              <a:rPr lang="de-DE" dirty="0"/>
              <a:t> (14.04)</a:t>
            </a:r>
          </a:p>
          <a:p>
            <a:r>
              <a:rPr lang="de-DE" dirty="0">
                <a:solidFill>
                  <a:srgbClr val="00B050"/>
                </a:solidFill>
              </a:rPr>
              <a:t>* </a:t>
            </a:r>
            <a:r>
              <a:rPr lang="de-DE" dirty="0" err="1">
                <a:solidFill>
                  <a:srgbClr val="00B050"/>
                </a:solidFill>
              </a:rPr>
              <a:t>stworzenie</a:t>
            </a:r>
            <a:r>
              <a:rPr lang="de-DE" dirty="0">
                <a:solidFill>
                  <a:srgbClr val="00B050"/>
                </a:solidFill>
              </a:rPr>
              <a:t> </a:t>
            </a:r>
            <a:r>
              <a:rPr lang="de-DE" dirty="0" err="1">
                <a:solidFill>
                  <a:srgbClr val="00B050"/>
                </a:solidFill>
              </a:rPr>
              <a:t>projektu</a:t>
            </a:r>
            <a:r>
              <a:rPr lang="de-DE" dirty="0">
                <a:solidFill>
                  <a:srgbClr val="00B050"/>
                </a:solidFill>
              </a:rPr>
              <a:t> </a:t>
            </a:r>
            <a:r>
              <a:rPr lang="de-DE" dirty="0" err="1">
                <a:solidFill>
                  <a:srgbClr val="00B050"/>
                </a:solidFill>
              </a:rPr>
              <a:t>aplikacji</a:t>
            </a:r>
            <a:endParaRPr lang="de-DE" dirty="0">
              <a:solidFill>
                <a:srgbClr val="00B050"/>
              </a:solidFill>
            </a:endParaRPr>
          </a:p>
          <a:p>
            <a:r>
              <a:rPr lang="de-DE" dirty="0">
                <a:solidFill>
                  <a:srgbClr val="00B050"/>
                </a:solidFill>
              </a:rPr>
              <a:t>* </a:t>
            </a:r>
            <a:r>
              <a:rPr lang="de-DE" dirty="0" err="1">
                <a:solidFill>
                  <a:srgbClr val="00B050"/>
                </a:solidFill>
              </a:rPr>
              <a:t>ekran</a:t>
            </a:r>
            <a:r>
              <a:rPr lang="de-DE" dirty="0">
                <a:solidFill>
                  <a:srgbClr val="00B050"/>
                </a:solidFill>
              </a:rPr>
              <a:t> </a:t>
            </a:r>
            <a:r>
              <a:rPr lang="de-DE" dirty="0" err="1">
                <a:solidFill>
                  <a:srgbClr val="00B050"/>
                </a:solidFill>
              </a:rPr>
              <a:t>dodawania</a:t>
            </a:r>
            <a:r>
              <a:rPr lang="de-DE" dirty="0">
                <a:solidFill>
                  <a:srgbClr val="00B050"/>
                </a:solidFill>
              </a:rPr>
              <a:t> </a:t>
            </a:r>
            <a:r>
              <a:rPr lang="de-DE" dirty="0" err="1">
                <a:solidFill>
                  <a:srgbClr val="00B050"/>
                </a:solidFill>
              </a:rPr>
              <a:t>książki</a:t>
            </a:r>
            <a:endParaRPr lang="de-DE" dirty="0">
              <a:solidFill>
                <a:srgbClr val="00B050"/>
              </a:solidFill>
            </a:endParaRPr>
          </a:p>
          <a:p>
            <a:r>
              <a:rPr lang="de-DE" dirty="0">
                <a:solidFill>
                  <a:srgbClr val="00B050"/>
                </a:solidFill>
              </a:rPr>
              <a:t>* </a:t>
            </a:r>
            <a:r>
              <a:rPr lang="de-DE" dirty="0" err="1">
                <a:solidFill>
                  <a:srgbClr val="00B050"/>
                </a:solidFill>
              </a:rPr>
              <a:t>ekran</a:t>
            </a:r>
            <a:r>
              <a:rPr lang="de-DE" dirty="0">
                <a:solidFill>
                  <a:srgbClr val="00B050"/>
                </a:solidFill>
              </a:rPr>
              <a:t> </a:t>
            </a:r>
            <a:r>
              <a:rPr lang="de-DE" dirty="0" err="1">
                <a:solidFill>
                  <a:srgbClr val="00B050"/>
                </a:solidFill>
              </a:rPr>
              <a:t>dodawania</a:t>
            </a:r>
            <a:r>
              <a:rPr lang="de-DE" dirty="0">
                <a:solidFill>
                  <a:srgbClr val="00B050"/>
                </a:solidFill>
              </a:rPr>
              <a:t> </a:t>
            </a:r>
            <a:r>
              <a:rPr lang="de-DE" dirty="0" err="1">
                <a:solidFill>
                  <a:srgbClr val="00B050"/>
                </a:solidFill>
              </a:rPr>
              <a:t>postępu</a:t>
            </a:r>
            <a:endParaRPr lang="de-DE" dirty="0">
              <a:solidFill>
                <a:srgbClr val="00B050"/>
              </a:solidFill>
            </a:endParaRPr>
          </a:p>
          <a:p>
            <a:r>
              <a:rPr lang="de-DE" dirty="0">
                <a:solidFill>
                  <a:srgbClr val="00B050"/>
                </a:solidFill>
              </a:rPr>
              <a:t>* </a:t>
            </a:r>
            <a:r>
              <a:rPr lang="de-DE" dirty="0" err="1">
                <a:solidFill>
                  <a:srgbClr val="00B050"/>
                </a:solidFill>
              </a:rPr>
              <a:t>zapisywanie</a:t>
            </a:r>
            <a:r>
              <a:rPr lang="de-DE" dirty="0">
                <a:solidFill>
                  <a:srgbClr val="00B050"/>
                </a:solidFill>
              </a:rPr>
              <a:t> </a:t>
            </a:r>
            <a:r>
              <a:rPr lang="de-DE" dirty="0" err="1">
                <a:solidFill>
                  <a:srgbClr val="00B050"/>
                </a:solidFill>
              </a:rPr>
              <a:t>danych</a:t>
            </a:r>
            <a:r>
              <a:rPr lang="de-DE" dirty="0">
                <a:solidFill>
                  <a:srgbClr val="00B050"/>
                </a:solidFill>
              </a:rPr>
              <a:t> </a:t>
            </a:r>
            <a:r>
              <a:rPr lang="de-DE" dirty="0" err="1">
                <a:solidFill>
                  <a:srgbClr val="00B050"/>
                </a:solidFill>
              </a:rPr>
              <a:t>lokalnie</a:t>
            </a:r>
            <a:endParaRPr lang="de-DE" dirty="0">
              <a:solidFill>
                <a:srgbClr val="00B050"/>
              </a:solidFill>
            </a:endParaRPr>
          </a:p>
          <a:p>
            <a:r>
              <a:rPr lang="de-DE" dirty="0" err="1"/>
              <a:t>Etap</a:t>
            </a:r>
            <a:r>
              <a:rPr lang="de-DE" dirty="0"/>
              <a:t> 3 – Logika i </a:t>
            </a:r>
            <a:r>
              <a:rPr lang="de-DE" dirty="0" err="1"/>
              <a:t>statystyki</a:t>
            </a:r>
            <a:r>
              <a:rPr lang="de-DE" dirty="0"/>
              <a:t> (28.04)</a:t>
            </a:r>
          </a:p>
          <a:p>
            <a:r>
              <a:rPr lang="de-DE" dirty="0">
                <a:solidFill>
                  <a:srgbClr val="00B050"/>
                </a:solidFill>
              </a:rPr>
              <a:t>* </a:t>
            </a:r>
            <a:r>
              <a:rPr lang="de-DE" dirty="0" err="1">
                <a:solidFill>
                  <a:srgbClr val="00B050"/>
                </a:solidFill>
              </a:rPr>
              <a:t>obliczanie</a:t>
            </a:r>
            <a:r>
              <a:rPr lang="de-DE" dirty="0">
                <a:solidFill>
                  <a:srgbClr val="00B050"/>
                </a:solidFill>
              </a:rPr>
              <a:t> </a:t>
            </a:r>
            <a:r>
              <a:rPr lang="de-DE" dirty="0" err="1">
                <a:solidFill>
                  <a:srgbClr val="00B050"/>
                </a:solidFill>
              </a:rPr>
              <a:t>statystyk</a:t>
            </a:r>
            <a:endParaRPr lang="de-DE" dirty="0">
              <a:solidFill>
                <a:srgbClr val="00B050"/>
              </a:solidFill>
            </a:endParaRPr>
          </a:p>
          <a:p>
            <a:r>
              <a:rPr lang="de-DE" dirty="0">
                <a:solidFill>
                  <a:srgbClr val="00B050"/>
                </a:solidFill>
              </a:rPr>
              <a:t>* </a:t>
            </a:r>
            <a:r>
              <a:rPr lang="de-DE" dirty="0" err="1">
                <a:solidFill>
                  <a:srgbClr val="00B050"/>
                </a:solidFill>
              </a:rPr>
              <a:t>prezentacja</a:t>
            </a:r>
            <a:r>
              <a:rPr lang="de-DE" dirty="0">
                <a:solidFill>
                  <a:srgbClr val="00B050"/>
                </a:solidFill>
              </a:rPr>
              <a:t> </a:t>
            </a:r>
            <a:r>
              <a:rPr lang="de-DE" dirty="0" err="1">
                <a:solidFill>
                  <a:srgbClr val="00B050"/>
                </a:solidFill>
              </a:rPr>
              <a:t>danych</a:t>
            </a:r>
            <a:r>
              <a:rPr lang="de-DE" dirty="0">
                <a:solidFill>
                  <a:srgbClr val="00B050"/>
                </a:solidFill>
              </a:rPr>
              <a:t> </a:t>
            </a:r>
            <a:r>
              <a:rPr lang="de-DE" dirty="0" err="1">
                <a:solidFill>
                  <a:srgbClr val="00B050"/>
                </a:solidFill>
              </a:rPr>
              <a:t>użytkownikowi</a:t>
            </a:r>
            <a:endParaRPr lang="de-DE" dirty="0">
              <a:solidFill>
                <a:srgbClr val="00B050"/>
              </a:solidFill>
            </a:endParaRPr>
          </a:p>
          <a:p>
            <a:r>
              <a:rPr lang="de-DE" dirty="0">
                <a:solidFill>
                  <a:srgbClr val="00B050"/>
                </a:solidFill>
              </a:rPr>
              <a:t>* </a:t>
            </a:r>
            <a:r>
              <a:rPr lang="de-DE" dirty="0" err="1">
                <a:solidFill>
                  <a:srgbClr val="00B050"/>
                </a:solidFill>
              </a:rPr>
              <a:t>przygotowanie</a:t>
            </a:r>
            <a:r>
              <a:rPr lang="de-DE" dirty="0">
                <a:solidFill>
                  <a:srgbClr val="00B050"/>
                </a:solidFill>
              </a:rPr>
              <a:t> </a:t>
            </a:r>
            <a:r>
              <a:rPr lang="de-DE" dirty="0" err="1">
                <a:solidFill>
                  <a:srgbClr val="00B050"/>
                </a:solidFill>
              </a:rPr>
              <a:t>wersji</a:t>
            </a:r>
            <a:r>
              <a:rPr lang="de-DE" dirty="0">
                <a:solidFill>
                  <a:srgbClr val="00B050"/>
                </a:solidFill>
              </a:rPr>
              <a:t> na </a:t>
            </a:r>
            <a:r>
              <a:rPr lang="de-DE" dirty="0" err="1">
                <a:solidFill>
                  <a:srgbClr val="00B050"/>
                </a:solidFill>
              </a:rPr>
              <a:t>prezentację</a:t>
            </a:r>
            <a:r>
              <a:rPr lang="de-DE" dirty="0">
                <a:solidFill>
                  <a:srgbClr val="00B050"/>
                </a:solidFill>
              </a:rPr>
              <a:t> </a:t>
            </a:r>
            <a:r>
              <a:rPr lang="de-DE" dirty="0" err="1">
                <a:solidFill>
                  <a:srgbClr val="00B050"/>
                </a:solidFill>
              </a:rPr>
              <a:t>śródsemestralną</a:t>
            </a:r>
            <a:endParaRPr lang="de-DE" dirty="0">
              <a:solidFill>
                <a:srgbClr val="00B050"/>
              </a:solidFill>
            </a:endParaRPr>
          </a:p>
          <a:p>
            <a:r>
              <a:rPr lang="de-DE" dirty="0" err="1"/>
              <a:t>Kamień</a:t>
            </a:r>
            <a:r>
              <a:rPr lang="de-DE" dirty="0"/>
              <a:t> </a:t>
            </a:r>
            <a:r>
              <a:rPr lang="de-DE" dirty="0" err="1"/>
              <a:t>milowy</a:t>
            </a:r>
            <a:r>
              <a:rPr lang="de-DE" dirty="0"/>
              <a:t> – </a:t>
            </a:r>
            <a:r>
              <a:rPr lang="de-DE" dirty="0" err="1"/>
              <a:t>prezentacja</a:t>
            </a:r>
            <a:r>
              <a:rPr lang="de-DE" dirty="0"/>
              <a:t> </a:t>
            </a:r>
            <a:r>
              <a:rPr lang="de-DE" dirty="0" err="1"/>
              <a:t>śród</a:t>
            </a:r>
            <a:r>
              <a:rPr lang="de-DE" dirty="0"/>
              <a:t> </a:t>
            </a:r>
            <a:r>
              <a:rPr lang="de-DE" dirty="0" err="1"/>
              <a:t>semestralna</a:t>
            </a:r>
            <a:r>
              <a:rPr lang="de-DE" dirty="0"/>
              <a:t> (28.04)</a:t>
            </a:r>
          </a:p>
          <a:p>
            <a:r>
              <a:rPr lang="de-DE" dirty="0">
                <a:solidFill>
                  <a:srgbClr val="00B050"/>
                </a:solidFill>
              </a:rPr>
              <a:t>* </a:t>
            </a:r>
            <a:r>
              <a:rPr lang="de-DE" dirty="0" err="1">
                <a:solidFill>
                  <a:srgbClr val="00B050"/>
                </a:solidFill>
              </a:rPr>
              <a:t>działający</a:t>
            </a:r>
            <a:r>
              <a:rPr lang="de-DE" dirty="0">
                <a:solidFill>
                  <a:srgbClr val="00B050"/>
                </a:solidFill>
              </a:rPr>
              <a:t> </a:t>
            </a:r>
            <a:r>
              <a:rPr lang="de-DE" dirty="0" err="1">
                <a:solidFill>
                  <a:srgbClr val="00B050"/>
                </a:solidFill>
              </a:rPr>
              <a:t>prototyp</a:t>
            </a:r>
            <a:r>
              <a:rPr lang="de-DE" dirty="0">
                <a:solidFill>
                  <a:srgbClr val="00B050"/>
                </a:solidFill>
              </a:rPr>
              <a:t> </a:t>
            </a:r>
            <a:r>
              <a:rPr lang="de-DE" dirty="0" err="1">
                <a:solidFill>
                  <a:srgbClr val="00B050"/>
                </a:solidFill>
              </a:rPr>
              <a:t>aplikacji</a:t>
            </a:r>
            <a:endParaRPr lang="de-DE" dirty="0">
              <a:solidFill>
                <a:srgbClr val="00B050"/>
              </a:solidFill>
            </a:endParaRPr>
          </a:p>
          <a:p>
            <a:r>
              <a:rPr lang="de-DE" dirty="0">
                <a:solidFill>
                  <a:srgbClr val="00B050"/>
                </a:solidFill>
              </a:rPr>
              <a:t>* </a:t>
            </a:r>
            <a:r>
              <a:rPr lang="de-DE" dirty="0" err="1">
                <a:solidFill>
                  <a:srgbClr val="00B050"/>
                </a:solidFill>
              </a:rPr>
              <a:t>podstawowe</a:t>
            </a:r>
            <a:r>
              <a:rPr lang="de-DE" dirty="0">
                <a:solidFill>
                  <a:srgbClr val="00B050"/>
                </a:solidFill>
              </a:rPr>
              <a:t> </a:t>
            </a:r>
            <a:r>
              <a:rPr lang="de-DE" dirty="0" err="1">
                <a:solidFill>
                  <a:srgbClr val="00B050"/>
                </a:solidFill>
              </a:rPr>
              <a:t>funkcjonalności</a:t>
            </a:r>
            <a:r>
              <a:rPr lang="de-DE" dirty="0">
                <a:solidFill>
                  <a:srgbClr val="00B050"/>
                </a:solidFill>
              </a:rPr>
              <a:t> </a:t>
            </a:r>
            <a:r>
              <a:rPr lang="de-DE" dirty="0" err="1">
                <a:solidFill>
                  <a:srgbClr val="00B050"/>
                </a:solidFill>
              </a:rPr>
              <a:t>zaimplementowane</a:t>
            </a:r>
            <a:endParaRPr lang="de-DE" dirty="0">
              <a:solidFill>
                <a:srgbClr val="00B050"/>
              </a:solidFill>
            </a:endParaRPr>
          </a:p>
          <a:p>
            <a:r>
              <a:rPr lang="de-DE" dirty="0" err="1"/>
              <a:t>Etap</a:t>
            </a:r>
            <a:r>
              <a:rPr lang="de-DE" dirty="0"/>
              <a:t> 4 – </a:t>
            </a:r>
            <a:r>
              <a:rPr lang="de-DE" dirty="0" err="1"/>
              <a:t>Rozszerzenia</a:t>
            </a:r>
            <a:r>
              <a:rPr lang="de-DE" dirty="0"/>
              <a:t> (19.05)</a:t>
            </a:r>
          </a:p>
          <a:p>
            <a:r>
              <a:rPr lang="de-DE" dirty="0"/>
              <a:t>* </a:t>
            </a:r>
            <a:r>
              <a:rPr lang="de-DE" dirty="0" err="1"/>
              <a:t>dodanie</a:t>
            </a:r>
            <a:r>
              <a:rPr lang="de-DE" dirty="0"/>
              <a:t> </a:t>
            </a:r>
            <a:r>
              <a:rPr lang="de-DE" dirty="0" err="1"/>
              <a:t>wykresów</a:t>
            </a:r>
            <a:endParaRPr lang="de-DE" dirty="0"/>
          </a:p>
          <a:p>
            <a:r>
              <a:rPr lang="de-DE" dirty="0"/>
              <a:t>* </a:t>
            </a:r>
            <a:r>
              <a:rPr lang="de-DE" dirty="0" err="1"/>
              <a:t>ulepszenie</a:t>
            </a:r>
            <a:r>
              <a:rPr lang="de-DE" dirty="0"/>
              <a:t> UI</a:t>
            </a:r>
          </a:p>
          <a:p>
            <a:r>
              <a:rPr lang="de-DE" dirty="0"/>
              <a:t>* </a:t>
            </a:r>
            <a:r>
              <a:rPr lang="de-DE" dirty="0" err="1"/>
              <a:t>ewentualne</a:t>
            </a:r>
            <a:r>
              <a:rPr lang="de-DE" dirty="0"/>
              <a:t> </a:t>
            </a:r>
            <a:r>
              <a:rPr lang="de-DE" dirty="0" err="1"/>
              <a:t>funkcje</a:t>
            </a:r>
            <a:r>
              <a:rPr lang="de-DE" dirty="0"/>
              <a:t> </a:t>
            </a:r>
            <a:r>
              <a:rPr lang="de-DE" dirty="0" err="1"/>
              <a:t>opcjonalne</a:t>
            </a:r>
            <a:endParaRPr lang="de-DE" dirty="0"/>
          </a:p>
          <a:p>
            <a:r>
              <a:rPr lang="de-DE" dirty="0" err="1"/>
              <a:t>Etap</a:t>
            </a:r>
            <a:r>
              <a:rPr lang="de-DE" dirty="0"/>
              <a:t> 5 – </a:t>
            </a:r>
            <a:r>
              <a:rPr lang="de-DE" dirty="0" err="1"/>
              <a:t>Finalizacja</a:t>
            </a:r>
            <a:r>
              <a:rPr lang="de-DE" dirty="0"/>
              <a:t> </a:t>
            </a:r>
            <a:r>
              <a:rPr lang="de-DE" dirty="0" err="1"/>
              <a:t>projektu</a:t>
            </a:r>
            <a:r>
              <a:rPr lang="de-DE" dirty="0"/>
              <a:t> (09.06)</a:t>
            </a:r>
          </a:p>
          <a:p>
            <a:r>
              <a:rPr lang="de-DE" dirty="0"/>
              <a:t>* </a:t>
            </a:r>
            <a:r>
              <a:rPr lang="de-DE" dirty="0" err="1"/>
              <a:t>poprawki</a:t>
            </a:r>
            <a:r>
              <a:rPr lang="de-DE" dirty="0"/>
              <a:t> </a:t>
            </a:r>
            <a:r>
              <a:rPr lang="de-DE" dirty="0" err="1"/>
              <a:t>błędów</a:t>
            </a:r>
            <a:endParaRPr lang="de-DE" dirty="0"/>
          </a:p>
          <a:p>
            <a:r>
              <a:rPr lang="de-DE" dirty="0"/>
              <a:t>* </a:t>
            </a:r>
            <a:r>
              <a:rPr lang="de-DE" dirty="0" err="1"/>
              <a:t>przygotowanie</a:t>
            </a:r>
            <a:r>
              <a:rPr lang="de-DE" dirty="0"/>
              <a:t> </a:t>
            </a:r>
            <a:r>
              <a:rPr lang="de-DE" dirty="0" err="1"/>
              <a:t>prezentacji</a:t>
            </a:r>
            <a:r>
              <a:rPr lang="de-DE" dirty="0"/>
              <a:t> </a:t>
            </a:r>
            <a:r>
              <a:rPr lang="de-DE" dirty="0" err="1"/>
              <a:t>końcowej</a:t>
            </a:r>
            <a:endParaRPr lang="de-DE" dirty="0"/>
          </a:p>
          <a:p>
            <a:r>
              <a:rPr lang="de-DE" dirty="0"/>
              <a:t>* </a:t>
            </a:r>
            <a:r>
              <a:rPr lang="de-DE" dirty="0" err="1"/>
              <a:t>uporządkowanie</a:t>
            </a:r>
            <a:r>
              <a:rPr lang="de-DE" dirty="0"/>
              <a:t> </a:t>
            </a:r>
            <a:r>
              <a:rPr lang="de-DE" dirty="0" err="1"/>
              <a:t>repozytorium</a:t>
            </a:r>
            <a:r>
              <a:rPr lang="de-DE" dirty="0"/>
              <a:t> i </a:t>
            </a:r>
            <a:r>
              <a:rPr lang="de-DE" dirty="0" err="1"/>
              <a:t>dokumentacji</a:t>
            </a:r>
            <a:endParaRPr lang="de-DE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743583F-6C82-0E5B-A421-8AE41F6F3C23}"/>
              </a:ext>
            </a:extLst>
          </p:cNvPr>
          <p:cNvCxnSpPr/>
          <p:nvPr/>
        </p:nvCxnSpPr>
        <p:spPr>
          <a:xfrm>
            <a:off x="0" y="4492487"/>
            <a:ext cx="5677231" cy="0"/>
          </a:xfrm>
          <a:prstGeom prst="line">
            <a:avLst/>
          </a:prstGeom>
          <a:ln w="571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E6505D78-86D2-E969-2AD5-F5F47E558F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4517" y="290221"/>
            <a:ext cx="2897333" cy="6277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40383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AB7B9F4-EA78-9D19-9667-077EE47689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445" y="1204623"/>
            <a:ext cx="2378051" cy="515244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85782B6-9FA5-5317-A23A-17CE64EC4B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6583" y="1204623"/>
            <a:ext cx="2378052" cy="515244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3274CDF-DBDE-FC31-508D-3F0558D57C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2723" y="1204622"/>
            <a:ext cx="2378052" cy="515244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7A7F94D-0B89-0CE8-41CE-C88D20407D65}"/>
              </a:ext>
            </a:extLst>
          </p:cNvPr>
          <p:cNvSpPr txBox="1"/>
          <p:nvPr/>
        </p:nvSpPr>
        <p:spPr>
          <a:xfrm>
            <a:off x="580445" y="500933"/>
            <a:ext cx="25165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pl-PL" dirty="0" err="1"/>
              <a:t>Add</a:t>
            </a:r>
            <a:r>
              <a:rPr lang="pl-PL" dirty="0"/>
              <a:t> Reading Progress</a:t>
            </a:r>
            <a:endParaRPr lang="de-DE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5F6BE18-20D0-BEDF-6BEA-DB599EF2D54F}"/>
              </a:ext>
            </a:extLst>
          </p:cNvPr>
          <p:cNvSpPr txBox="1"/>
          <p:nvPr/>
        </p:nvSpPr>
        <p:spPr>
          <a:xfrm>
            <a:off x="3411950" y="500932"/>
            <a:ext cx="25165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pl-PL" dirty="0" err="1"/>
              <a:t>Add</a:t>
            </a:r>
            <a:r>
              <a:rPr lang="pl-PL" dirty="0"/>
              <a:t> </a:t>
            </a:r>
            <a:r>
              <a:rPr lang="pl-PL" dirty="0" err="1"/>
              <a:t>Book</a:t>
            </a:r>
            <a:endParaRPr lang="de-DE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5AE639E-B98C-7CC6-8F40-53DC960033F1}"/>
              </a:ext>
            </a:extLst>
          </p:cNvPr>
          <p:cNvSpPr txBox="1"/>
          <p:nvPr/>
        </p:nvSpPr>
        <p:spPr>
          <a:xfrm>
            <a:off x="6243455" y="500932"/>
            <a:ext cx="25165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pl-PL" dirty="0" err="1"/>
              <a:t>Books</a:t>
            </a:r>
            <a:r>
              <a:rPr lang="pl-PL" dirty="0"/>
              <a:t> List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5471438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41A9CE7-B6C2-AF1C-436C-4970D714E3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1659" y="1431236"/>
            <a:ext cx="2354198" cy="510076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ADB591E-E02E-B0FE-EABA-948F00E087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8205" y="1431236"/>
            <a:ext cx="2354199" cy="510076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250EFB7-43EC-17AD-91EE-26FC35A025DB}"/>
              </a:ext>
            </a:extLst>
          </p:cNvPr>
          <p:cNvSpPr txBox="1"/>
          <p:nvPr/>
        </p:nvSpPr>
        <p:spPr>
          <a:xfrm>
            <a:off x="1570382" y="523000"/>
            <a:ext cx="60032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pl-PL" sz="2000" dirty="0"/>
              <a:t>New </a:t>
            </a:r>
            <a:r>
              <a:rPr lang="pl-PL" sz="2000" dirty="0" err="1"/>
              <a:t>app</a:t>
            </a:r>
            <a:r>
              <a:rPr lang="pl-PL" sz="2000" dirty="0"/>
              <a:t> </a:t>
            </a:r>
            <a:r>
              <a:rPr lang="pl-PL" sz="2000" dirty="0" err="1"/>
              <a:t>features</a:t>
            </a:r>
            <a:r>
              <a:rPr lang="pl-PL" sz="2000" dirty="0"/>
              <a:t> – </a:t>
            </a:r>
            <a:r>
              <a:rPr lang="pl-PL" sz="2000" dirty="0" err="1"/>
              <a:t>calculations</a:t>
            </a:r>
            <a:r>
              <a:rPr lang="pl-PL" sz="2000" dirty="0"/>
              <a:t> and </a:t>
            </a:r>
            <a:r>
              <a:rPr lang="pl-PL" sz="2000" dirty="0" err="1"/>
              <a:t>statistic</a:t>
            </a:r>
            <a:r>
              <a:rPr lang="pl-PL" sz="2000" dirty="0"/>
              <a:t> </a:t>
            </a:r>
            <a:r>
              <a:rPr lang="pl-PL" sz="2000" dirty="0" err="1"/>
              <a:t>screen</a:t>
            </a:r>
            <a:endParaRPr lang="de-DE" sz="2000" dirty="0"/>
          </a:p>
        </p:txBody>
      </p:sp>
    </p:spTree>
    <p:extLst>
      <p:ext uri="{BB962C8B-B14F-4D97-AF65-F5344CB8AC3E}">
        <p14:creationId xmlns:p14="http://schemas.microsoft.com/office/powerpoint/2010/main" val="1145732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538D9D"/>
      </a:hlink>
      <a:folHlink>
        <a:srgbClr val="A5738E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3A418E6B-C5F0-4B95-8D77-61E3EF3B5DF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0</TotalTime>
  <Words>137</Words>
  <Application>Microsoft Office PowerPoint</Application>
  <PresentationFormat>On-screen Show (4:3)</PresentationFormat>
  <Paragraphs>29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Prezentacja srodemestralna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Piotr Siwiec</dc:creator>
  <cp:lastModifiedBy>Piotr Siwiec</cp:lastModifiedBy>
  <cp:revision>4</cp:revision>
  <dcterms:created xsi:type="dcterms:W3CDTF">2026-04-28T09:38:37Z</dcterms:created>
  <dcterms:modified xsi:type="dcterms:W3CDTF">2026-04-28T09:59:10Z</dcterms:modified>
</cp:coreProperties>
</file>